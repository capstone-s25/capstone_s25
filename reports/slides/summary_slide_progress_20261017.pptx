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replaces neither historical results nor their selection protocols. It consolidates the four-model comparison, expanded data, six actual visual fine-tunes, 330 strategy configurations, 50 video-pilot heads and 38 new ensemble/threshold policies, plus tracker and tiled-detector ablations. Candidate/prediction counts reuse sources and are not independent events. No deployment winner across all five objectives is established. No new latency benchmark was run. Stage-specific regressions and data limits remain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30200"/>
            <a:ext cx="355600" cy="50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54000"/>
            <a:ext cx="10642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FINDINGS /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366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C40"/>
                </a:solidFill>
                <a:latin typeface="DejaVu Sans"/>
              </a:defRPr>
            </a:pPr>
            <a:r>
              <a:t>Five-anomaly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256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26471"/>
                </a:solidFill>
                <a:latin typeface="DejaVu Sans"/>
              </a:defRPr>
            </a:pPr>
            <a:r>
              <a:t>Complete evaluation and improvement history • 13–17 October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400" y="6527800"/>
            <a:ext cx="10604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26471"/>
                </a:solidFill>
                <a:latin typeface="DejaVu Sans"/>
              </a:defRPr>
            </a:pPr>
            <a:r>
              <a:t>CAPSTONE S25 / PROGRESS 17 OCT 2026 • Preserved studies + 17 Oct metric replay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02400"/>
            <a:ext cx="457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108200"/>
            <a:ext cx="11125200" cy="1282700"/>
          </a:xfrm>
          <a:prstGeom prst="rect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700" y="2298700"/>
            <a:ext cx="10591800" cy="965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9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"/>
              </a:defRPr>
            </a:pPr>
            <a:r>
              <a:t>Recognition improved in selected domains.</a:t>
            </a:r>
          </a:p>
          <a:p>
            <a:pPr algn="l">
              <a:lnSpc>
                <a:spcPts val="319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"/>
              </a:defRPr>
            </a:pPr>
            <a:r>
              <a:t>Reliable camera transfer is still unresolved.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6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Visual fine-tunes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2 CLIP encoders × 3 seeds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2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330 + 50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Strategy / video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2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New heads and routes; different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studies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26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38 + 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Latest 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Dev-only policies + causal state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replay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5473700"/>
            <a:ext cx="11125200" cy="774700"/>
          </a:xfrm>
          <a:prstGeom prst="rect">
            <a:avLst/>
          </a:prstGeom>
          <a:solidFill>
            <a:srgbClr val="F8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5473700"/>
            <a:ext cx="50800" cy="774700"/>
          </a:xfrm>
          <a:prstGeom prst="rect">
            <a:avLst/>
          </a:prstGeom>
          <a:solidFill>
            <a:srgbClr val="C8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5588000"/>
            <a:ext cx="107061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6535"/>
                </a:solidFill>
                <a:latin typeface="DejaVu Sans"/>
              </a:defRPr>
            </a:pPr>
            <a:r>
              <a:t>Strongest next investment: verified event histories and matched normal footage on independent target</a:t>
            </a:r>
          </a:p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6535"/>
                </a:solidFill>
                <a:latin typeface="DejaVu Sans"/>
              </a:defRPr>
            </a:pPr>
            <a:r>
              <a:t>cameras.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Five-anomaly evaluation and training progress</dc:title>
  <dc:subject>Methodology, data, findings and improvements through 17 October 2026</dc:subject>
  <dc:creator>Capstone S25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