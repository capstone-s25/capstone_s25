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Standalone summary slide. Methodology: source review, deduplication, recording-group splits, identical inputs and dev-only thresholds. GPU quality: four models × 3,350 inputs = 13,400 predictions, without pacing. VadCLIP has a different supervised offline split. CPU latency: same eight dev images, three repeats, four logical CPUs, float32, one worker, batch one. Smoking baseline recall: MobileCLIP 0.56%, SigLIP 0%, SmolVLM 5.41%, MiniCPM 0%. The three other tasks need verified event and normal labels; CAVIAR testing has only one positive source sequence per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30200"/>
            <a:ext cx="355600" cy="5080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54000"/>
            <a:ext cx="10642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DejaVu Sans"/>
              </a:defRPr>
            </a:pPr>
            <a:r>
              <a:t>ONE-SLIDE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366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42C40"/>
                </a:solidFill>
                <a:latin typeface="DejaVu Sans"/>
              </a:defRPr>
            </a:pPr>
            <a:r>
              <a:t>What we learned — and how we tested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256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26471"/>
                </a:solidFill>
                <a:latin typeface="DejaVu Sans"/>
              </a:defRPr>
            </a:pPr>
            <a:r>
              <a:t>Current-protocol findings; exploratory evidence, with no deployment winner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12700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3400" y="6527800"/>
            <a:ext cx="106045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26471"/>
                </a:solidFill>
                <a:latin typeface="DejaVu Sans"/>
              </a:defRPr>
            </a:pPr>
            <a:r>
              <a:t>CAPSTONE S25 / EVALUATION 13 OCT 2026 • Combined GPU report; CPU latency pilot; dataset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02400"/>
            <a:ext cx="457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032000"/>
            <a:ext cx="5422900" cy="195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2032000"/>
            <a:ext cx="50800" cy="195580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2209800"/>
            <a:ext cx="49911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E80"/>
                </a:solidFill>
                <a:latin typeface="DejaVu Sans"/>
              </a:defRPr>
            </a:pPr>
            <a: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921000"/>
            <a:ext cx="49911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Review event labels; deduplicate inputs; keep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recording groups together; fit thresholds on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development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5700" y="2032000"/>
            <a:ext cx="5422900" cy="195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5700" y="2032000"/>
            <a:ext cx="50800" cy="195580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300" y="2209800"/>
            <a:ext cx="49911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E80"/>
                </a:solidFill>
                <a:latin typeface="DejaVu Sans"/>
              </a:defRPr>
            </a:pPr>
            <a:r>
              <a:t>Testing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300" y="2921000"/>
            <a:ext cx="49911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GPU quality: 13,400 predictions, no pacing.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Separate four-core CPU latency pilot. VadCLIP is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a supervised study.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216400"/>
            <a:ext cx="5422900" cy="195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3400" y="4216400"/>
            <a:ext cx="50800" cy="1955800"/>
          </a:xfrm>
          <a:prstGeom prst="rect">
            <a:avLst/>
          </a:prstGeom>
          <a:solidFill>
            <a:srgbClr val="C86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4394200"/>
            <a:ext cx="49911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86535"/>
                </a:solidFill>
                <a:latin typeface="DejaVu Sans"/>
              </a:defRPr>
            </a:pPr>
            <a:r>
              <a:t>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105400"/>
            <a:ext cx="49911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Smoking recall ≤5.41% for current image-model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prompts. SmolVLM flags every unattended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input; MiniCPM stays normal.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5700" y="4216400"/>
            <a:ext cx="5422900" cy="19558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5700" y="4216400"/>
            <a:ext cx="50800" cy="1955800"/>
          </a:xfrm>
          <a:prstGeom prst="rect">
            <a:avLst/>
          </a:prstGeom>
          <a:solidFill>
            <a:srgbClr val="C86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300" y="4394200"/>
            <a:ext cx="49911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86535"/>
                </a:solidFill>
                <a:latin typeface="DejaVu Sans"/>
              </a:defRPr>
            </a:pPr>
            <a:r>
              <a:t>Evaluation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300" y="5105400"/>
            <a:ext cx="4991100" cy="939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Smoking is development-only. Unattended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testing is tiny. Three tasks lack verified event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42C40"/>
                </a:solidFill>
                <a:latin typeface="DejaVu Sans"/>
              </a:defRPr>
            </a:pPr>
            <a:r>
              <a:t>labels and matched normals.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 &amp; VLM anomaly detection: findings and evaluation</dc:title>
  <dc:subject>GPU quality evaluation and separate CPU latency pilot</dc:subject>
  <dc:creator>Capstone S25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